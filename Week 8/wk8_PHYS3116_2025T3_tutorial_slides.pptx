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9"/>
  </p:notesMasterIdLst>
  <p:handoutMasterIdLst>
    <p:handoutMasterId r:id="rId10"/>
  </p:handoutMasterIdLst>
  <p:sldIdLst>
    <p:sldId id="258" r:id="rId7"/>
    <p:sldId id="2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5D"/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 autoAdjust="0"/>
    <p:restoredTop sz="86781" autoAdjust="0"/>
  </p:normalViewPr>
  <p:slideViewPr>
    <p:cSldViewPr snapToGrid="0" snapToObjects="1">
      <p:cViewPr varScale="1">
        <p:scale>
          <a:sx n="109" d="100"/>
          <a:sy n="109" d="100"/>
        </p:scale>
        <p:origin x="93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57EB-C862-CEBF-CCDF-6B568830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3C7A5-97E5-F5FE-7952-EB32D8FF1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E5B4E-71D2-306B-3E2C-72BD7397B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C6753-C4AA-6C1A-DEF1-5DDD26AC0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4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385383" y="-277157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E4149BEC-B55D-3611-DBCF-0E9A57D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0014F36-07A5-3AE9-AB47-224C3C934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600" y="5419759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064B1A81-90D8-9D68-62EB-C2915DE66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0400" y="275357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6/11/2025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C31E8A-07CC-939B-F7AC-6A4366E11BF6}"/>
              </a:ext>
            </a:extLst>
          </p:cNvPr>
          <p:cNvSpPr txBox="1">
            <a:spLocks/>
          </p:cNvSpPr>
          <p:nvPr/>
        </p:nvSpPr>
        <p:spPr>
          <a:xfrm>
            <a:off x="10017457" y="5657671"/>
            <a:ext cx="2174543" cy="120032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﻿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en-US" dirty="0"/>
              <a:t>Fitting a Gaussian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Spectroscopic redshift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8E9F7F-51B7-148D-9969-67DFEC653597}"/>
              </a:ext>
            </a:extLst>
          </p:cNvPr>
          <p:cNvSpPr txBox="1">
            <a:spLocks/>
          </p:cNvSpPr>
          <p:nvPr/>
        </p:nvSpPr>
        <p:spPr>
          <a:xfrm>
            <a:off x="0" y="2168785"/>
            <a:ext cx="10017457" cy="2520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</a:rPr>
              <a:t>Spotted Python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Week 8 Tutorial</a:t>
            </a:r>
          </a:p>
        </p:txBody>
      </p:sp>
    </p:spTree>
    <p:extLst>
      <p:ext uri="{BB962C8B-B14F-4D97-AF65-F5344CB8AC3E}">
        <p14:creationId xmlns:p14="http://schemas.microsoft.com/office/powerpoint/2010/main" val="1110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3A52-2162-EE01-2FD9-2ABDAB9CB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D5BCA2-5E5F-EF95-A420-F02773B371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Spectroscopic Redshift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C712865-13D2-C995-77A0-0B1BDE05BC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</p:spPr>
            <p:txBody>
              <a:bodyPr vert="horz" lIns="360000" tIns="180000" rIns="360000" bIns="18000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﻿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30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7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Recall that redshift can be determined using the following:</a:t>
                </a:r>
              </a:p>
              <a:p>
                <a:pPr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𝑜𝑏𝑠𝑒𝑟𝑣𝑒𝑑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𝑟𝑒𝑠𝑡</m:t>
                              </m:r>
                            </m:sub>
                          </m:sSub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  <a:p>
                <a:pPr marL="457200" marR="0" lvl="0" indent="-4572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3"/>
                  </a:buBlip>
                  <a:tabLst/>
                  <a:defRPr/>
                </a:pPr>
                <a:r>
                  <a:rPr lang="en-AU" dirty="0">
                    <a:solidFill>
                      <a:srgbClr val="000000"/>
                    </a:solidFill>
                    <a:latin typeface="Roboto"/>
                  </a:rPr>
                  <a:t>List of emission lines are available here: </a:t>
                </a:r>
                <a:r>
                  <a:rPr lang="en-AU" dirty="0">
                    <a:solidFill>
                      <a:schemeClr val="accent5"/>
                    </a:solidFill>
                    <a:latin typeface="Roboto"/>
                  </a:rPr>
                  <a:t>http://</a:t>
                </a:r>
                <a:r>
                  <a:rPr lang="en-AU" dirty="0" err="1">
                    <a:solidFill>
                      <a:schemeClr val="accent5"/>
                    </a:solidFill>
                    <a:latin typeface="Roboto"/>
                  </a:rPr>
                  <a:t>astronomy.nmsu.edu</a:t>
                </a:r>
                <a:r>
                  <a:rPr lang="en-AU" dirty="0">
                    <a:solidFill>
                      <a:schemeClr val="accent5"/>
                    </a:solidFill>
                    <a:latin typeface="Roboto"/>
                  </a:rPr>
                  <a:t>/</a:t>
                </a:r>
                <a:r>
                  <a:rPr lang="en-AU" dirty="0" err="1">
                    <a:solidFill>
                      <a:schemeClr val="accent5"/>
                    </a:solidFill>
                    <a:latin typeface="Roboto"/>
                  </a:rPr>
                  <a:t>drewski</a:t>
                </a:r>
                <a:r>
                  <a:rPr lang="en-AU" dirty="0">
                    <a:solidFill>
                      <a:schemeClr val="accent5"/>
                    </a:solidFill>
                    <a:latin typeface="Roboto"/>
                  </a:rPr>
                  <a:t>/</a:t>
                </a:r>
                <a:r>
                  <a:rPr lang="en-AU" dirty="0" err="1">
                    <a:solidFill>
                      <a:schemeClr val="accent5"/>
                    </a:solidFill>
                    <a:latin typeface="Roboto"/>
                  </a:rPr>
                  <a:t>tableofemissionlines.html</a:t>
                </a:r>
                <a:r>
                  <a:rPr lang="en-AU" dirty="0">
                    <a:solidFill>
                      <a:schemeClr val="accent5"/>
                    </a:solidFill>
                    <a:latin typeface="Roboto"/>
                  </a:rPr>
                  <a:t>#:~:text=The%20ultraviolet%20and%20optical%20spectra,nature%20of%20the%20ionizing%20source.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C712865-13D2-C995-77A0-0B1BDE05B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94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54C697EB-31BA-594B-8371-830AA3B8DDF7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8D2F9C57-5267-5947-A8E1-1D6CBD5EA1CB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2513D8CB-3B6B-5547-A331-D7470A3DFC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CE31FE-9010-4DD9-ACBF-74A5EE27FA83}">
  <ds:schemaRefs>
    <ds:schemaRef ds:uri="http://schemas.microsoft.com/office/2006/metadata/properties"/>
    <ds:schemaRef ds:uri="http://schemas.microsoft.com/office/infopath/2007/PartnerControls"/>
    <ds:schemaRef ds:uri="3d8a2230-54d9-4525-a072-aaf2ad3921af"/>
    <ds:schemaRef ds:uri="3e861e5c-b9b4-4f4a-a39d-d4f58c595d50"/>
  </ds:schemaRefs>
</ds:datastoreItem>
</file>

<file path=customXml/itemProps3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12242</TotalTime>
  <Words>73</Words>
  <Application>Microsoft Macintosh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Clancy</vt:lpstr>
      <vt:lpstr>Arial</vt:lpstr>
      <vt:lpstr>Calibri</vt:lpstr>
      <vt:lpstr>Cambria Math</vt:lpstr>
      <vt:lpstr>Roboto</vt:lpstr>
      <vt:lpstr>Office Theme</vt:lpstr>
      <vt:lpstr>1_Custom Design</vt:lpstr>
      <vt:lpstr>2_Custom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Ding</dc:creator>
  <cp:lastModifiedBy>Michelle Ding</cp:lastModifiedBy>
  <cp:revision>23</cp:revision>
  <dcterms:created xsi:type="dcterms:W3CDTF">2024-09-05T14:10:30Z</dcterms:created>
  <dcterms:modified xsi:type="dcterms:W3CDTF">2025-11-06T04:22:12Z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